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99% ACCURACY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Cross-Dataset Audit of NLP + SVM Phishing-URL Detection on the PhiUSIIL Benchmark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Kecerdasan Buatan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[Nama] — [NIM] — [Universitas]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detection · dataset bias ·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Masalah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= ancaman siber paling masif (≈1 juta insiden/kuartal, APWG).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URL berbasis ML jadi pertahanan standar.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PhiUSIIL (235.795 URL, 56 fitur) jadi benchmark populer.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studi melaporkan akurasi &gt;99% di dataset ini.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430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828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0" y="2788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yang dilaporkan paper acuan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 = 1.0)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36118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5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Sempurna untuk deteksi phishing dunia nyata? Patut dicurigai.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Jurnal Acuan: Aritonang dkk. (2026), JUTIF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(TF-IDF/keyword) + SVM (kernel RBF) + Grid Search, split 80/20, dataset PhiUSIIL.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8138160" cy="1783080"/>
          </a:xfrm>
          <a:prstGeom prst="roundRect">
            <a:avLst>
              <a:gd name="adj" fmla="val 4103"/>
            </a:avLst>
          </a:prstGeom>
          <a:solidFill>
            <a:srgbClr val="EAF0F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34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&amp; celah yang langsung terlihat: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7589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Diusulkan untuk “real-time URL screening / browser extension”.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men-drop kolom URL → fitur NLP yang diklaim tak masuk model.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cross-validation &amp; tanpa baseline terkontrol; sejumlah inkonsistensi internal.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(terbukti empiris)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saturation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semua subset fitur (bahkan URL mentah) ≥ 99.7%. 99.99% = sifat dataset, bukan keunggulan metode.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tak terisolasi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diisolasi, NLP cuma +0.1% in-distribution. Bukan driver performa seperti diklaim.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18872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5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uji generalisasi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ada studi PhiUSIIL yang menguji ke dataset phishing berbeda — skenario deployment nyata.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&amp; Pendekatan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Demonstrasi saturasi  </a:t>
            </a:r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ablation lintas subset fitur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591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432304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cross-dataset + asimetri  </a:t>
            </a:r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ukur generalisasi nyata (D1↔D2)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4670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381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511296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NLP → arah konstruktif  </a:t>
            </a:r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char-level = sinyal transferable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188720"/>
            <a:ext cx="2834640" cy="3118104"/>
          </a:xfrm>
          <a:prstGeom prst="roundRect">
            <a:avLst>
              <a:gd name="adj" fmla="val 258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Bingkai akhir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18288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+ arah konstruktif: fitur leksikal/konten menyesatkan; representasi level-karakter URL yang lebih generalizable.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Metode: Protokol Cross-Dataset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PhiUSIIL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235.795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(UCI 967)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PhishDataset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(Aung &amp; Yamana)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EAF0F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Ekstraktor identik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fitur leksikal URL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n-gram TF-IDF (3–5)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RF, LogReg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di train saja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evaluasi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In-distribution: train+test PhiUSIIL (split + 5-fold CV)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Cross-dataset: train D1 → test D2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train D2 → test D1 (asimetri)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1 — Saturasi Benchmark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 (SVM)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(50, = paper)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minus URLSimilarityIndex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URL-only (pre-visit)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NLP-only (char n-gram)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880360" cy="2743200"/>
          </a:xfrm>
          <a:prstGeom prst="roundRect">
            <a:avLst>
              <a:gd name="adj" fmla="val 2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554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99.7%+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0" y="246888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pun subset fiturnya. Karena semua menang, “peningkatan metode” tak teridentifikasi = noise.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2 — Runtuh Cross-Dataset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4" name="Image 0" descr="/mnt/user-data/outputs/fig1_generalization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492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258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D95F0E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8288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 → ~50%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126480" y="274320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99.x% di PhiUSIIL turun ke tebak-acak di dataset phishing lain. Akurasi in-distribution ≠ skill nyata.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3 — Asimetri = Sampling Bias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4" name="Image 0" descr="/mnt/user-data/outputs/fig4_asym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8463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132588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D2 → PhiUSIIL: 90%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PhiUSIIL → D2: 50%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06440" y="27432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PhiUSIIL mengajari shortcut yang tidak transfer; dataset realistis mengajari sinyal yang transfer.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4 — Char-level Satu-satunya yang Transfer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4" name="Image 0" descr="/mnt/user-data/outputs/fig3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9319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9204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7492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0.94 cross-dataset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74920" y="21945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leksikal/struktural runtuh (AUC 0.50–0.79).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n-gram URL mempertahankan ranking lintas-dataset.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Arah: subword/transformer URL + kalibrasi threshold.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~100% di PhiUSIIL = separabilitas dataset, bukan skill phishing-detection.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PhiUSIIL gagal total (≈50%) di dataset independen; transfer sangat asimetris.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level-karakter URL satu-satunya yang generalize.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cross-dataset evaluation jadi standar; eksplor subword/transformer + kalibrasi + domain adaptation.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Kontribusi: kritik yang jujur + arah konstruktif, dengan protokol cross-dataset yang reproducible.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URL Cross-Dataset Audit</dc:title>
  <dc:subject>PptxGenJS Presentation</dc:subject>
  <dc:creator>UAS AI</dc:creator>
  <cp:lastModifiedBy>UAS AI</cp:lastModifiedBy>
  <cp:revision>1</cp:revision>
  <dcterms:created xsi:type="dcterms:W3CDTF">2026-06-11T21:12:13Z</dcterms:created>
  <dcterms:modified xsi:type="dcterms:W3CDTF">2026-06-11T21:12:13Z</dcterms:modified>
</cp:coreProperties>
</file>